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这是骨架，不是范文。内容各家自己填。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别用"领先的""创新型"开头，直接说产品和客户。这句话整本写完后回来再改一遍。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这页最后写。这里出现的每个数字，后面都要能在对应页面里找到一模一样的。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时间轴上只放有文件能证明的事。口头意向、还没签的合作不要放。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股比加起来要等于 100%。有代持、有对赌的，事先想好怎么解释。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只写履历事实，不写"经验丰富""能力突出"这类评价。挂名不干活的顾问别放，尽调时会一个个打电话核实。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别拿全球市场规模当自己的市场。自己能覆盖到的那部分要单独算一遍，把算法写出来（单价 × 数量 × 能覆盖的比例）。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用客户的数字说话。写不出前后对比的数字，说明痛点还没找准，这页先别做。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一页最多放 8 个产品，多了分两页。在研的和量产的分开标，别混在一起。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"国内领先""国际先进"不要写，尽调时要你拿证据。写不出出处的指标就删掉。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这笔账里的数字要和财务报表的成本科目对得上，投资人会拿去核。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没签合同的客户不要写公司名，写成"国内前三的某汽车零部件厂（已完成送样）"。这块最容易翻车，投资人真会打电话去问。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上市公司那张表投资人会直接拿来给你估值，选谁进表、用什么口径先想清楚。别写"我们没有竞争对手"。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扩产要花的钱、融资用途、财务预测这三处的数字必须一样，对不上一定会被问。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没审计过的一定要标"未经审计"。预测增速比过去高很多的，在同一页解释清楚原因。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每个节点都要对得上后面的融资用途和财务预测。"持续拓展市场"这种没法验收的话别写。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估值要能算得出来。别承诺哪年一定上市，别承诺回报。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正文页面保持干净，证据别堆在正文里。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按客户自己的情况挑，没有对应事实的不要硬凑。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这一页可以打印出来，定稿前逐条打勾。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这一条是投行的标准做法，客户团队往往没意识到。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19659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融资 BP 框架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1005840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FB6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一页一页告诉你：每部分准备什么材料、写什么内容、画什么图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005840" y="3703320"/>
            <a:ext cx="3108960" cy="0"/>
          </a:xfrm>
          <a:prstGeom prst="line">
            <a:avLst/>
          </a:prstGeom>
          <a:noFill/>
          <a:ln w="25400">
            <a:solidFill>
              <a:srgbClr val="8FB6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406908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两条通用规矩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C3D6E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一、每页标题写一句结论，不写名词。把"产品优势"改成"良率从 65% 提到 92%，2025 年 11 月起批量交付"。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C3D6E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二、能画图就别写字，能列表就别写段落，一页只讲一件事。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正式版 15—25 页 ｜ 删成路演版 10—12 页 ｜ 再压成一页纸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6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5448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封面与保密声明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326880" y="457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 1—2 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0241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让人一眼知道你是谁、这次要多少钱。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89920" cy="0"/>
          </a:xfrm>
          <a:prstGeom prst="line">
            <a:avLst/>
          </a:prstGeom>
          <a:noFill/>
          <a:ln w="19050">
            <a:solidFill>
              <a:srgbClr val="8FB6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6642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10" name="Text 8"/>
          <p:cNvSpPr/>
          <p:nvPr/>
        </p:nvSpPr>
        <p:spPr>
          <a:xfrm>
            <a:off x="5285232" y="166420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3977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营业执照上的公司全称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公司标识的原图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本轮打算融多少钱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联系人、电话、邮箱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210312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中间放公司名和标识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名字下面一句话说清做什么产品、卖给谁，20 字以内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再下面一行："本轮拟融资 XXXX 万元"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右下角：联系人、电话、日期、第几版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后面单独加一页保密声明：本材料含商业秘密，仅供收件方评估本次投资使用，未经书面同意不得复制、转发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5852160"/>
            <a:ext cx="10789920" cy="749808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9436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5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别用"领先的""创新型"开头，直接说产品和客户。这句话整本写完后回来再改一遍。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6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5448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一页看懂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326880" y="457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 1 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0241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只看这一页，也能记住你是干什么的、做到了什么程度。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89920" cy="0"/>
          </a:xfrm>
          <a:prstGeom prst="line">
            <a:avLst/>
          </a:prstGeom>
          <a:noFill/>
          <a:ln w="19050">
            <a:solidFill>
              <a:srgbClr val="8FB6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6642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10" name="Text 8"/>
          <p:cNvSpPr/>
          <p:nvPr/>
        </p:nvSpPr>
        <p:spPr>
          <a:xfrm>
            <a:off x="5285232" y="166420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3977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最新的收入、利润数字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客户数量、产能、在手订单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已经拿到的主要资质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（这些数字要和财务报表对得上）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210312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上半页放 4—6 个数字方块，每块一个大数字加一行说明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比如"2025 年收入 8,600 万元""合作客户 320 家""在手订单 1.2 亿元"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下半页写三行：我们做什么、做到了什么程度、这轮钱用来干什么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每行一句话，不要写成段落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5852160"/>
            <a:ext cx="10789920" cy="749808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9436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5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这页最后写。这里出现的每个数字，后面都要能在对应页面里找到一模一样的。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6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5448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公司简介与发展历程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326880" y="457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 1 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0241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说清公司的来历，让人知道这不是刚起步。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89920" cy="0"/>
          </a:xfrm>
          <a:prstGeom prst="line">
            <a:avLst/>
          </a:prstGeom>
          <a:noFill/>
          <a:ln w="19050">
            <a:solidFill>
              <a:srgbClr val="8FB6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6642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10" name="Text 8"/>
          <p:cNvSpPr/>
          <p:nvPr/>
        </p:nvSpPr>
        <p:spPr>
          <a:xfrm>
            <a:off x="5285232" y="166420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3977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营业执照、公司章程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员工花名册（分研发、生产、销售）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历年大事的准确时间（哪年哪月）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每一轮融资的投资方名单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210312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上半页一段简介，200 字以内：哪年成立、注册在哪、做什么、多少人、去年收入多少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下半页画一条横的时间轴，标 5—8 个节点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节点选这些：公司成立、第一个产品定型、第一个客户下单、产线投产、拿到关键资质、每一轮融资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每个节点标年月，配一句话；融资节点可以放投资方的标识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5852160"/>
            <a:ext cx="10789920" cy="749808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9436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5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时间轴上只放有文件能证明的事。口头意向、还没签的合作不要放。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6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5448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股权结构与组织架构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326880" y="457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 1 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0241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说清谁是老板、公司怎么运转。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89920" cy="0"/>
          </a:xfrm>
          <a:prstGeom prst="line">
            <a:avLst/>
          </a:prstGeom>
          <a:noFill/>
          <a:ln w="19050">
            <a:solidFill>
              <a:srgbClr val="8FB6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6642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10" name="Text 8"/>
          <p:cNvSpPr/>
          <p:nvPr/>
        </p:nvSpPr>
        <p:spPr>
          <a:xfrm>
            <a:off x="5285232" y="166420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3977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股东名册和各自持股比例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员工持股平台的文件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公司组织架构图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子公司清单和持股比例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210312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上半页画股权结构图：最上面是股东（写名字和持股比例），中间是公司，下面是子公司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每条线上标持股比例，把实际控制人标出来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有一致行动人的，用括号说明关系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下半页画组织架构图：总经理下面分几个部门，每个部门多少人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5852160"/>
            <a:ext cx="10789920" cy="749808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9436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5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股比加起来要等于 100%。有代持、有对赌的，事先想好怎么解释。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6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5448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核心团队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326880" y="457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 1 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0241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让人相信这几个人能把事干成。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89920" cy="0"/>
          </a:xfrm>
          <a:prstGeom prst="line">
            <a:avLst/>
          </a:prstGeom>
          <a:noFill/>
          <a:ln w="19050">
            <a:solidFill>
              <a:srgbClr val="8FB6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6642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10" name="Text 8"/>
          <p:cNvSpPr/>
          <p:nvPr/>
        </p:nvSpPr>
        <p:spPr>
          <a:xfrm>
            <a:off x="5285232" y="166420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3977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核心高管 3—6 人的简历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每人的学历、以前在哪家公司、什么职位、干了几年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外部顾问的资料（如果有）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210312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一页放 3—6 个人，每人一小块：照片（可选）、姓名、职务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每人写 2—3 条：学历、以前在哪家公司做什么、在这行干了多少年、做成过什么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有外部顾问、合作专家的，另起一页，同样的格式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5852160"/>
            <a:ext cx="10789920" cy="749808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9436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5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只写履历事实，不写"经验丰富""能力突出"这类评价。挂名不干活的顾问别放，尽调时会一个个打电话核实。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6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5448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行业与市场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326880" y="457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 1—2 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0241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说清这个行业有多大、公司站在哪个位置。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89920" cy="0"/>
          </a:xfrm>
          <a:prstGeom prst="line">
            <a:avLst/>
          </a:prstGeom>
          <a:noFill/>
          <a:ln w="19050">
            <a:solidFill>
              <a:srgbClr val="8FB6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6642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10" name="Text 8"/>
          <p:cNvSpPr/>
          <p:nvPr/>
        </p:nvSpPr>
        <p:spPr>
          <a:xfrm>
            <a:off x="5285232" y="166420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3977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行业协会或研究机构的报告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相关政策文件（要有文件名和发布时间）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上游供应商、下游客户的名单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行业里主要几家公司的份额数据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210312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先画一张产业链图：上游原材料/设备 → 中游制造 → 下游客户，横着排开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把公司自己所在的环节用另一个颜色标出来，一眼能看到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产业链图上写清楚：上游谁供货、下游卖给哪类企业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再画市场规模：柱状图，近 5 年规模和增速；图下面写清数据来自哪家机构、哪份报告、哪年发的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市场份额用饼图：前几名各占多少、自己占多少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最后一句话说明为什么是现在：政策哪年发的、下游需求涨了多少、进口替代还剩多大空间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5852160"/>
            <a:ext cx="10789920" cy="749808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9436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5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别拿全球市场规模当自己的市场。自己能覆盖到的那部分要单独算一遍，把算法写出来（单价 × 数量 × 能覆盖的比例）。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6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5448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客户是谁、痛点在哪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326880" y="457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 1 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0241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说清谁在为什么问题掏钱。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89920" cy="0"/>
          </a:xfrm>
          <a:prstGeom prst="line">
            <a:avLst/>
          </a:prstGeom>
          <a:noFill/>
          <a:ln w="19050">
            <a:solidFill>
              <a:srgbClr val="8FB6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6642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10" name="Text 8"/>
          <p:cNvSpPr/>
          <p:nvPr/>
        </p:nvSpPr>
        <p:spPr>
          <a:xfrm>
            <a:off x="5285232" y="166420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3977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3—5 家典型客户的使用情况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客户原来怎么干、成本多少、有什么问题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用了以后变成什么样（要有数字）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210312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左边写客户是谁：哪个行业、多大规模的企业、企业里谁拍板买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中间写他们原来怎么解决、有什么问题，写数字：良率多少、多费多少电、多花多少工时、多少钱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右边写用了以后变成什么样，同样给数字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做成"改善前 → 改善后"的对比，一眼看到差距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5852160"/>
            <a:ext cx="10789920" cy="749808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9436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5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用客户的数字说话。写不出前后对比的数字，说明痛点还没找准，这页先别做。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6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5448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主要产品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326880" y="457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 1—2 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0241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说清你到底卖什么。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89920" cy="0"/>
          </a:xfrm>
          <a:prstGeom prst="line">
            <a:avLst/>
          </a:prstGeom>
          <a:noFill/>
          <a:ln w="19050">
            <a:solidFill>
              <a:srgbClr val="8FB6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6642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10" name="Text 8"/>
          <p:cNvSpPr/>
          <p:nvPr/>
        </p:nvSpPr>
        <p:spPr>
          <a:xfrm>
            <a:off x="5285232" y="166420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3977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产品型号清单和产品照片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每个产品的规格书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价格区间和去年销量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目前是在研、送样还是量产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210312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产品多的不要全列，挑 4—8 个主要的，按用途或系列分组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每个产品配一张图，图下面写四样：产品名和型号、用在什么场合、现在什么状态、价格区间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也可以做成一张表：产品名 | 用途 | 主要客户 | 状态 | 单价 | 去年销量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状态就写：在研 / 送样 / 小批量 / 量产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5852160"/>
            <a:ext cx="10789920" cy="749808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9436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5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一页最多放 8 个产品，多了分两页。在研的和量产的分开标，别混在一起。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6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5448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技术、专利与资质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326880" y="457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 1 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0241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说清凭什么别人做不出来。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89920" cy="0"/>
          </a:xfrm>
          <a:prstGeom prst="line">
            <a:avLst/>
          </a:prstGeom>
          <a:noFill/>
          <a:ln w="19050">
            <a:solidFill>
              <a:srgbClr val="8FB6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6642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10" name="Text 8"/>
          <p:cNvSpPr/>
          <p:nvPr/>
        </p:nvSpPr>
        <p:spPr>
          <a:xfrm>
            <a:off x="5285232" y="166420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3977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专利证书（授权号、授权时间）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第三方检测报告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各类资质证书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研发人员数量、去年研发投入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210312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上半页做一张技术指标对比表：左边一列是指标名（精度、寿命、良率等），后面三列是我们、主要竞品、行业标准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同一个指标要用同一种测试方法，注明谁测的、什么条件下测的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下半页分两块：一块写知识产权（发明几项、实用新型几项，核心专利写名称和授权号）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另一块写资质证书（证书名称、发证机构、拿到时间、有效期），可以直接放证书照片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再加一行：去年研发投入多少钱、占收入多少、研发人员多少人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5852160"/>
            <a:ext cx="10789920" cy="749808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9436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5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"国内领先""国际先进"不要写，尽调时要你拿证据。写不出出处的指标就删掉。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6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5448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怎么赚钱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326880" y="457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 1 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0241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说清钱从哪来、一单能赚多少。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89920" cy="0"/>
          </a:xfrm>
          <a:prstGeom prst="line">
            <a:avLst/>
          </a:prstGeom>
          <a:noFill/>
          <a:ln w="19050">
            <a:solidFill>
              <a:srgbClr val="8FB6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6642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10" name="Text 8"/>
          <p:cNvSpPr/>
          <p:nvPr/>
        </p:nvSpPr>
        <p:spPr>
          <a:xfrm>
            <a:off x="5285232" y="166420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3977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产品价格表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成本明细：材料、人工、制造费用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去年各产品的收入占比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前五大客户的收入占比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210312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上半页用饼图画收入构成：卖设备、卖耗材、收服务费各占多少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下半页算一笔账：卖一台（或一吨、一套）售价多少、材料多少、人工多少、其他多少、毛利多少、毛利率多少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再写一行：客户从接触到下第一单大概多久，是直销还是找代理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有复购的写清楚：多久买一次、复购率多少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5852160"/>
            <a:ext cx="10789920" cy="749808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9436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5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这笔账里的数字要和财务报表的成本科目对得上，投资人会拿去核。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6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5448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客户与在手订单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326880" y="457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 1 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0241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证明真的有人买单。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89920" cy="0"/>
          </a:xfrm>
          <a:prstGeom prst="line">
            <a:avLst/>
          </a:prstGeom>
          <a:noFill/>
          <a:ln w="19050">
            <a:solidFill>
              <a:srgbClr val="8FB6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6642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10" name="Text 8"/>
          <p:cNvSpPr/>
          <p:nvPr/>
        </p:nvSpPr>
        <p:spPr>
          <a:xfrm>
            <a:off x="5285232" y="166420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3977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客户清单和导入进度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已签合同、订单台账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送样和验证的时间记录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做得最好的 1—2 个案例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210312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做一张客户进度表：客户名称 | 什么阶段 | 第一次送样时间 | 已签金额 | 预计批量时间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阶段就写：接触 / 送样 / 验证中 / 已批量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写清楚在手订单一共多少钱、什么时候交付完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挑 1—2 个客户写成案例：用在哪、用了多少、效果怎么样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5852160"/>
            <a:ext cx="10789920" cy="749808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9436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5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没签合同的客户不要写公司名，写成"国内前三的某汽车零部件厂（已完成送样）"。这块最容易翻车，投资人真会打电话去问。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6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5448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竞争对手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326880" y="457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 1 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0241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说清对手是谁、你比人家强在哪。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89920" cy="0"/>
          </a:xfrm>
          <a:prstGeom prst="line">
            <a:avLst/>
          </a:prstGeom>
          <a:noFill/>
          <a:ln w="19050">
            <a:solidFill>
              <a:srgbClr val="8FB6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6642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10" name="Text 8"/>
          <p:cNvSpPr/>
          <p:nvPr/>
        </p:nvSpPr>
        <p:spPr>
          <a:xfrm>
            <a:off x="5285232" y="166420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3977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3—5 家主要对手的名单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上市对手的年报数据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没上市对手的最近一轮融资情况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各家产品的公开参数和价格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210312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做一张对比表：每行一家公司，每列一个维度——成立时间、主要产品、价格、产能、主要客户、资质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最后一行放自己，用另一个颜色标出来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对手里有上市公司的，再做一张表：上市时间、收入、利润、总市值、市盈率，最后一行同样放自己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也可以用柱状图比一个关键数字（产品数量、市场份额），把自己标成另一个颜色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5852160"/>
            <a:ext cx="10789920" cy="749808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9436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5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上市公司那张表投资人会直接拿来给你估值，选谁进表、用什么口径先想清楚。别写"我们没有竞争对手"。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6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5448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生产与供应链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326880" y="457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 1 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0241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说清能不能造出来、造得稳不稳。（做产品的必写）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89920" cy="0"/>
          </a:xfrm>
          <a:prstGeom prst="line">
            <a:avLst/>
          </a:prstGeom>
          <a:noFill/>
          <a:ln w="19050">
            <a:solidFill>
              <a:srgbClr val="8FB6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6642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10" name="Text 8"/>
          <p:cNvSpPr/>
          <p:nvPr/>
        </p:nvSpPr>
        <p:spPr>
          <a:xfrm>
            <a:off x="5285232" y="166420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3977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产能和良率台账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主要生产设备清单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主要供应商和采购价格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扩产方案和预算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210312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左边写现状：设计产能多少、去年实际产多少、产能利用率、良率多少（有提升的画条曲线）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中间写关键原材料：谁供的、是不是只有一家能供、有没有备选、价格波动大不大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右边写扩产计划：新增多少产能、建在哪、投多少钱、多久建成、什么时候满产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配几张产线和车间的实拍照片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5852160"/>
            <a:ext cx="10789920" cy="749808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9436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5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扩产要花的钱、融资用途、财务预测这三处的数字必须一样，对不上一定会被问。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6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5448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财务数据与预测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326880" y="457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 1—2 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0241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把账摊开给人看。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89920" cy="0"/>
          </a:xfrm>
          <a:prstGeom prst="line">
            <a:avLst/>
          </a:prstGeom>
          <a:noFill/>
          <a:ln w="19050">
            <a:solidFill>
              <a:srgbClr val="8FB6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6642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10" name="Text 8"/>
          <p:cNvSpPr/>
          <p:nvPr/>
        </p:nvSpPr>
        <p:spPr>
          <a:xfrm>
            <a:off x="5285232" y="166420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3977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近三年和今年最新一期的财务报表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审计报告（有就带上）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纳税申报表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收入成本明细表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210312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上半页画近三年柱状图：营业收入和净利润放一起，数字直接标在柱子上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旁边写清楚：数据经没经过审计、哪家事务所审的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下半页画未来三年预测，用不同颜色或虚线和历史数据分开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预测下面必须写假设：靠什么增长（新产能、新客户、新产品），每条给数字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再做一张收入拆分小表：按产品分、按客户分、按地区分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5852160"/>
            <a:ext cx="10789920" cy="749808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9436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5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没审计过的一定要标"未经审计"。预测增速比过去高很多的，在同一页解释清楚原因。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6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5448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发展规划与里程碑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326880" y="457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 1 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0241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说清拿到钱以后一步步干什么。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89920" cy="0"/>
          </a:xfrm>
          <a:prstGeom prst="line">
            <a:avLst/>
          </a:prstGeom>
          <a:noFill/>
          <a:ln w="19050">
            <a:solidFill>
              <a:srgbClr val="8FB6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6642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10" name="Text 8"/>
          <p:cNvSpPr/>
          <p:nvPr/>
        </p:nvSpPr>
        <p:spPr>
          <a:xfrm>
            <a:off x="5285232" y="166420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3977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产品、产能、客户、收入这四条线未来三年的计划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每个计划的时间点和完成标准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210312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画一条时间轴，分 12 个月、24 个月、36 个月三段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每段写 2—3 件事，每件事要能验收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比如"2027 年 6 月前拿到 X 产品认证""2028 年产能达到 X 万件""2029 年收入过 3 亿"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5852160"/>
            <a:ext cx="10789920" cy="749808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9436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5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每个节点都要对得上后面的融资用途和财务预测。"持续拓展市场"这种没法验收的话别写。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6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5448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本轮融资方案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326880" y="457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 1 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0241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说清要多少钱、什么价、钱怎么花。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89920" cy="0"/>
          </a:xfrm>
          <a:prstGeom prst="line">
            <a:avLst/>
          </a:prstGeom>
          <a:noFill/>
          <a:ln w="19050">
            <a:solidFill>
              <a:srgbClr val="8FB6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6642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10" name="Text 8"/>
          <p:cNvSpPr/>
          <p:nvPr/>
        </p:nvSpPr>
        <p:spPr>
          <a:xfrm>
            <a:off x="5285232" y="166420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3977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想清楚融资金额和估值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能出让多少股份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钱的具体用途和金额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对标公司的估值数据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210312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上半页三行：拟融资金额、投前估值、出让比例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交易方式可以给两个方案让对方选，比如"方案一：老股转让 X + 增资扩股 Y""方案二：全部增资扩股 Z"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下半页用饼图画钱怎么花：研发多少、买设备建产线多少、市场投入多少、补流动资金多少，每块标金额和比例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最后两行：估值怎么算出来的（对标哪几家、按什么倍数）；投资人怎么退出（上市后二级市场退出 / 股权转让 / 双方协商）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5852160"/>
            <a:ext cx="10789920" cy="749808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9436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5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估值要能算得出来。别承诺哪年一定上市，别承诺回报。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6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5448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326880" y="457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 不限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0241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把证据都放在这里。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89920" cy="0"/>
          </a:xfrm>
          <a:prstGeom prst="line">
            <a:avLst/>
          </a:prstGeom>
          <a:noFill/>
          <a:ln w="19050">
            <a:solidFill>
              <a:srgbClr val="8FB6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6642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先准备这些材料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1700784"/>
            <a:ext cx="128016" cy="256032"/>
          </a:xfrm>
          <a:prstGeom prst="rect">
            <a:avLst/>
          </a:prstGeom>
          <a:solidFill>
            <a:srgbClr val="2E6C97"/>
          </a:solidFill>
          <a:ln/>
        </p:spPr>
      </p:sp>
      <p:sp>
        <p:nvSpPr>
          <p:cNvPr id="10" name="Text 8"/>
          <p:cNvSpPr/>
          <p:nvPr/>
        </p:nvSpPr>
        <p:spPr>
          <a:xfrm>
            <a:off x="5285232" y="166420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这一页这样写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3977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专利证书、资质证书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第三方检测报告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主要合同（敏感信息可以遮掉）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财务明细、产品和厂房照片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210312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一类一页，每页放扫描件或照片，配一行说明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正文里提到某个证据，就写一句"详见附录第 X 页"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5852160"/>
            <a:ext cx="10789920" cy="749808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9436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5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正文页面保持干净，证据别堆在正文里。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6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5448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有这些情况，再加几页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326880" y="457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按需选用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0241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不是每家都要写。有对应的事实就单独做一页，放正文里比塞进附录管用。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89920" cy="0"/>
          </a:xfrm>
          <a:prstGeom prst="line">
            <a:avLst/>
          </a:prstGeom>
          <a:noFill/>
          <a:ln w="19050">
            <a:solidFill>
              <a:srgbClr val="8FB6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加什么页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什么情况下加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94960" y="17373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这页怎么做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148840"/>
            <a:ext cx="10789920" cy="566928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2037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数据看板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22037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经营数字拿得出手的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2185416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一页放 6—8 个大数字，旁边并排放明年的目标，用虚线框和实绩分开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2770632"/>
            <a:ext cx="107899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82549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销售网络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282549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靠代理商或经销商卖的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94960" y="2807208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画一张中国地图标出覆盖的省份，写代理商多少家、进了多少家客户，和对手比一比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392424"/>
            <a:ext cx="10789920" cy="566928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4472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研发管线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43200" y="34472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做医药、器械、芯片的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94960" y="3429000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列在研产品：现在到哪一步（预研/试验/临床/报批）、预计什么时候上市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014216"/>
            <a:ext cx="107899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069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注册证清单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743200" y="4069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产品需要许可证的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94960" y="4050792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列证书编号、产品名称、类别、发证机构、有效期；新拿到的单独标出来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" y="4636008"/>
            <a:ext cx="10789920" cy="566928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46908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并购成效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743200" y="46908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收购过公司的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94960" y="4672584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画收购前后的对比数字，用虚线框圈出收购之后那一段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85800" y="5257800"/>
            <a:ext cx="107899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531266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海外业务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743200" y="53126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有出口的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5294376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按国家画收入柱状图，写出口了多少个国家、多少个客户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85800" y="5879592"/>
            <a:ext cx="10789920" cy="566928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59344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产学研合作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743200" y="593445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和高校、医院有合作的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94960" y="5916168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写项目名称、什么级别、合作单位、执行周期、公司负责哪部分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6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5448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交之前对一遍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326880" y="457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517904"/>
            <a:ext cx="10789920" cy="0"/>
          </a:xfrm>
          <a:prstGeom prst="line">
            <a:avLst/>
          </a:prstGeom>
          <a:noFill/>
          <a:ln w="19050">
            <a:solidFill>
              <a:srgbClr val="8FB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74520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2E6C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18288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封面那句话，外行读完能说清你做什么、卖给谁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2441448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2E6C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23957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页的数字，后面每一页都对得上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3008376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2E6C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296265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所有引用的行业数据都写了来源和发布时间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3575304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2E6C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352958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市场规模的算法写出来了，别人能算一遍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414223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2E6C9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409651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技术指标写了测试条件和谁测的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4709160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2E6C9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46634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专利分清了已授权和申请中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85800" y="5276088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2E6C9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523036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没签约的客户没有出现具体名字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0" y="1874520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2E6C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84848" y="18288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财务数据标了是否经过审计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0" y="2441448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2E6C9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84848" y="23957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预测的每条假设都有依据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0" y="3008376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2E6C9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84848" y="296265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扩产、资金用途、财务预测三处数字一致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400800" y="3575304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2E6C9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84848" y="352958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全篇没有"最大""第一""唯一"，没有承诺上市时间和回报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0" y="4142232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2E6C9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84848" y="409651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每页标题是一句结论，不是一个名词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400800" y="4709160"/>
            <a:ext cx="219456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2E6C9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84848" y="46634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文件名带公司简称、版本和日期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6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5448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发给外部之前，记得脱密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326880" y="457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0241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还没签保密协议、或者要在多家机构之间流转的版本，按下面处理。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517904"/>
            <a:ext cx="10789920" cy="0"/>
          </a:xfrm>
          <a:prstGeom prst="line">
            <a:avLst/>
          </a:prstGeom>
          <a:noFill/>
          <a:ln w="19050">
            <a:solidFill>
              <a:srgbClr val="8FB6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208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9842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还没签保密协议的，公司名换成"标的公司"，子公司换成"主体一""主体二"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2743200"/>
            <a:ext cx="457200" cy="457200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79806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7614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证照、合同的扫描件遮掉公司名、地址、签章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3520440"/>
            <a:ext cx="457200" cy="457200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57530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5387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客户名按第 11 页的方式脱敏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4297680"/>
            <a:ext cx="457200" cy="457200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35254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3159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财务只给汇总数，明细留到尽调阶段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074920"/>
            <a:ext cx="457200" cy="457200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12978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C9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50932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发出去之前清空文件属性里的作者和单位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85800" y="5852160"/>
            <a:ext cx="10789920" cy="749808"/>
          </a:xfrm>
          <a:prstGeom prst="rect">
            <a:avLst/>
          </a:prstGeom>
          <a:solidFill>
            <a:srgbClr val="EEF3F7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60350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F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提醒　</a:t>
            </a:r>
            <a:pPr indent="0" marL="0">
              <a:buNone/>
            </a:pPr>
            <a:r>
              <a:rPr lang="en-US" sz="1250" dirty="0">
                <a:solidFill>
                  <a:srgbClr val="2B33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脱密只做遮盖，不改数字。脱密版和完整版的数字必须一样。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2026-08-22T13:53:16Z</dcterms:created>
  <dcterms:modified xsi:type="dcterms:W3CDTF">2026-08-22T13:53:16Z</dcterms:modified>
</cp:coreProperties>
</file>