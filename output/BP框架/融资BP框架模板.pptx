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这是框架模板，不是成稿。使用者把每页的提示文字替换成自己公司的内容。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强调第三步和第五步：标题写结论、四处数字对齐，是投资人最先看出问题的两个地方。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这一页是分叉点：选错骨架，后面每一页都要返工。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封面那句定位是全篇最重要的一句，整篇写完后回头再改一遍。不要用"领先的""创新型"开头。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这页最后写。全篇关键数字在这里出现一次，且与后文完全一致。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时间轴上只放能被文件证明的节点，口头意向不进时间轴。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不要用全球总规模代替可触达市场。给出测算过程（单价×数量×可覆盖比例），要能被复算。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痛点用客户的语言和客户的数字写，不要用行业综述代替。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技术指标注明测试条件与出处，优先用第三方检测报告。不写无法验证的"国内领先"。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单位经济模型每个数字都要能和财务报表的成本科目对上。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未签约客户不写名称，写"国内前三的某类厂商（已完成送样验证）"。夸大客户关系是尽调最常见的翻车点。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不要写"我们没有竞争对手"。对手写得越清楚，越说明对行业理解到位。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扩产计划、资金用途、财务预测三处数字必须一致。软件与服务类企业可并入商业模式，但要补交付与实施能力。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每个预测数字要能追到一条假设，每条假设要能追到已发生的事实。未经审计必须标注。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节点与融资用途、财务预测一一对应。"持续拓展市场"这类没有完成标准的节点等于没写。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团队页写履历事实，不写评价。历史估值会被拿来对照本轮估值，提前想好解释。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估值依据要能被复算。资本路径只写板块与条件的对应关系，不承诺时间，不承诺回报。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正文页面保持干净，证据全部放附录，正文用一句话指向附录页码。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与核心摘要择一即可，不要两页说同样的话。实绩与目标必须在视觉上分开。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注明统计时点与依据（如"以招标公示为准，截至某年某月"）。只增代理不增收入会被追问。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阶段名称用行业通用口径，不要自造。预计获批时间要与主管部门实际审评周期对得上。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证书编号要能在主管部门网站查到。多主体持证的要说明证照与经营主体的对应关系。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图上明确标出哪一段是收购之后的数据，不能把标的原有的增长算成整合成效。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占比不高时重点写增速和国别扩张，不要用绝对额和国内业务比较。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顾问名单要事先取得本人同意。只挂名不参与的不要放，尽调阶段会逐个访谈。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这一页可以打印出来，定稿前逐条对。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融资商业计划书（BP）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框架模板 · 逐页填写用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14400" y="3657600"/>
            <a:ext cx="2926080" cy="0"/>
          </a:xfrm>
          <a:prstGeom prst="line">
            <a:avLst/>
          </a:prstGeom>
          <a:noFill/>
          <a:ln w="25400">
            <a:solidFill>
              <a:srgbClr val="8FB6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0233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本模板只给出页面骨架与每页必须出现的内容，具体数据与图表由企业按自身情况填写。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怎么用这份模板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第一步  备料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132588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按《框架与撰写指引》表3 收集素材。素材不齐就开始做页面，只能写形容词。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第二步  填字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91840" y="210312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每页先把"本页必须出现"的内容用文字写全，不做美化、不排版。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第三步  改标题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88036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把页面标题从名词改成结论，例如"产品优势"改成"良率由65%提升至92%，2025年11月起批量交付"。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65760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第四步  换图表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365760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能用表和图说清的，不留成段文字。证据材料移到附录。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434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第五步  对数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91840" y="443484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摘要、正文、财务表、融资方案四处的同一个数字必须一致。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第六步  出版本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91840" y="521208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正式版 15—25 页；删成路演版 10—12 页；再压成一页纸。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989320"/>
            <a:ext cx="54864" cy="658368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989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第七步  做脱密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91840" y="598932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对外流转的版本：企业名用代称、证照打码、财务只给汇总口径、清空文件属性。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先判断自己是哪一类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98755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两类企业的 BP 骨架差别很大，动笔前先定路线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5120640" cy="65836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64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运营资产型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能源、供热、环保、制造服务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395728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505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正文展开单位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24505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按项目或子公司逐个介绍，一个项目一页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3054096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核心经营指标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86000" y="31089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运营规模（面积、产能、发电量）、利用率、单位成本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712464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67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行业章节重点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86000" y="37673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政策沿革与国家战略、区域需求、下游容量测算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4370832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25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竞争格局写法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86000" y="442569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可比上市公司经营与估值对照表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029200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84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估值锚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86000" y="5084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可比公司市盈率、单位资产估值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5687568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最易被追问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86000" y="574243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资产权属、补贴依赖、关联交易、负债与现金流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1600200"/>
            <a:ext cx="5120640" cy="65836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1664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产品技术型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92240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器械、半导体、材料、软件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395728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4505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正文展开单位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3840" y="24505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按产品线或应用领域展开，一个领域一页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09360" y="3054096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核心经营指标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3840" y="31089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产品数量、注册证数量、市占率、终端进院或装机量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3712464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36" name="Text 34"/>
          <p:cNvSpPr/>
          <p:nvPr/>
        </p:nvSpPr>
        <p:spPr>
          <a:xfrm>
            <a:off x="6446520" y="3767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行业章节重点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63840" y="37673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目标人群与适应症拆解、终端使用量趋势、替代空间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309360" y="4370832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6446520" y="4425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竞争格局写法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3840" y="442569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产品线覆盖数量对比、细分品类市占率与竞品清单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09360" y="5029200"/>
            <a:ext cx="5120640" cy="603504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5084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估值锚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3840" y="5084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收入倍数、可比交易、在研管线价值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309360" y="5687568"/>
            <a:ext cx="5120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446520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最易被追问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63840" y="574243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注册证有效期、专利归属、单一大客户、集采降价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既有运营资产又有产品线的，按收入占比大的那一类搭主骨架。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封面与保密声明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这是谁、要做什么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公司全称、标识、材料日期与版本号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一句话业务定位（≤25字：做什么产品、给谁用）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本轮融资意向：轮次与拟融资金额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联系人、职务与联系方式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保密声明：仅供评估本次投资使用，未经书面同意不得复制转发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注意：封面那句定位是全篇最重要的一句，整篇写完后回头再改一遍。不要用"领先的""创新型"开头。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核心摘要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只看一页应该记住什么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公司做什么：产品、客户、应用场景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做到什么程度：3—5 个关键经营数据（收入、客户数、在手订单、产能、资质）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为什么是现在：政策、技术切换、国产替代、客户导入窗口，各给时间点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本轮融资金额与主要用途，一句话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注意：这页最后写。全篇关键数字在这里出现一次，且与后文完全一致。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公司概况与发展沿革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这家公司什么来历、走到哪一步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成立时间、注册地、注册资本与实缴、员工人数及研发/生产/销售结构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主营业务与主要产品线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发展历程时间轴：成立、产品定型、首个客户、产线投产、资质取得、历轮融资（标到年月）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主要资质与认证：名称、发证机构、取得时间、有效期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注意：时间轴上只放能被文件证明的节点，口头意向不进时间轴。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行业与市场空间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天花板在哪、由什么驱动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产业链图，标出公司所处环节、上游供应商与下游客户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市场规模与增速：注明统计对象/地域/品类/时间四个口径，写明机构与发布时间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驱动因素：政策文件名与发文时间、下游需求变化、技术路线切换、替代空间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细分赛道选择理由：为什么做这个细分而不是相邻的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注意：不要用全球总规模代替可触达市场。给出测算过程（单价×数量×可覆盖比例），要能被复算。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客户痛点与解决方案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谁在为什么问题付钱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客户是谁：哪个行业、哪类企业、哪个部门做采购决策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现在怎么解决、成本与缺陷：良率、能耗、工时、单价、交期、故障率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公司方案改善了哪个指标、改善多少：给前后对比数据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客户为什么愿意换：更换成本、验证周期与收益比较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注意：痛点用客户的语言和客户的数字写，不要用行业综述代替。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06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产品与技术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做成什么样、凭什么别人做不出来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产品矩阵：型号规格、应用场景、量产状态（在研/送样/小批/量产）、价格区间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核心技术指标对比：自身 / 主要竞品 / 行业标准，同口径同测试条件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知识产权：专利数量；核心专利名称、授权号、授权时间、剩余保护期；申请中单独标注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研发体系：人员数量与背景、研发投入及占收入比、测试设备、院校合作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技术路线判断：主流有哪几条、公司选哪条、理由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注意：技术指标注明测试条件与出处，优先用第三方检测报告。不写无法验证的"国内领先"。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07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商业模式与盈利能力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怎么赚钱、一单赚多少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收入模式：设备销售 / 耗材复购 / 服务费 / 授权费各自占比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定价逻辑与客户端价值：客户用了省多少钱或多赚多少钱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单位经济模型：单台（单吨/单套）售价、直接材料、直接人工、制造费用、毛利率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获客方式与销售周期：直销/代理/招投标，接触到首单的平均周期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客户结构与集中度：前五大客户占比及变化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注意：单位经济模型每个数字都要能和财务报表的成本科目对上。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08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市场验证与在手订单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有没有人真的买单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客户导入进度表：客户（或脱敏代称）、阶段、首次送样时间、验证结果、批量时间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已签合同金额、在手订单金额与交付周期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标杆案例 1—2 个：应用场景、使用规模、效果数据、数据来源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复购情况与替换率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注意：未签约客户不写名称，写"国内前三的某类厂商（已完成送样验证）"。夸大客户关系是尽调最常见的翻车点。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09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竞争格局与自身定位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对手是谁、壁垒能维持多久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主要对手：国内外各 3—5 家，上市的标代码，未上市的标最近一轮融资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同口径对比表：产品指标、价格、交期、产能、主要客户、资质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市场份额与集中度：注明口径与来源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差异化与壁垒：逐条说明能维持多久、靠什么维持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潜在替代方案：包括可能替代整个环节的其他技术路线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注意：不要写"我们没有竞争对手"。对手写得越清楚，越说明对行业理解到位。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10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生产制造与供应链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能不能造得出、造得稳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现有产能、产能利用率、良率及变化曲线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主要生产设备与自动化程度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关键原材料与供应商：是否单一来源、有无替代、价格波动、库存策略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质量体系与不良品处理流程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扩产计划：新增产能、选址、投资额、建设周期、达产节奏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注意：扩产计划、资金用途、财务预测三处数字必须一致。软件与服务类企业可并入商业模式，但要补交付与实施能力。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11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财务数据与预测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过去的账什么样、未来靠什么长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近三年及最近一期：收入、毛利率、净利润、经营性现金流、应收账款及账龄、存货、资产负债率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标明是否经审计、审计机构名称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收入拆分：按产品、按客户、按区域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未来三年预测：收入、毛利率、净利润，并单列核心假设（产能、单价、客户数、订单转化率）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尚未盈利的：盈亏平衡点的条件与预计时间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注意：每个预测数字要能追到一条假设，每条假设要能追到已发生的事实。未经审计必须标注。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12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发展规划与里程碑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拿到钱以后一步步做什么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 12 / 24 / 36 个月的关键节点：产品定型、认证取得、产线投产、客户导入、收入规模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每个节点给出时间和可衡量的完成标准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注意：节点与融资用途、财务预测一一对应。"持续拓展市场"这类没有完成标准的节点等于没写。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13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团队与股权结构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谁在做、谁说了算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核心团队：姓名、职务、学历、过往任职企业与职位、本领域从业年限、代表性成果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组织架构与人员构成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股权结构：股东、持股比例、实际控制人、一致行动关系、员工持股平台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历史融资：轮次、时间、投资方、金额、投后估值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核心人员绑定：任职期限、竞业限制、股权锁定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注意：团队页写履历事实，不写评价。历史估值会被拿来对照本轮估值，提前想好解释。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14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本轮融资方案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融多少、什么价、钱怎么花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融资金额、出让比例、投前与投后估值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交易结构：增资扩股 / 老股转让 / 组合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资金用途拆分：研发、产线、市场、铺底流动资金，给金额与比例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估值依据：可比公司或可比交易口径，或按产能、订单、利润的测算过程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投后规划与资本路径：下一轮节奏、拟上市板块及其财务门槛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除资金外的诉求：客户资源、产业协同、地方政策配套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注意：估值依据要能被复算。资本路径只写板块与条件的对应关系，不承诺时间，不承诺回报。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15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不限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前面所有说法的证据在哪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专利与资质清单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第三方检测报告、客户验证报告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主要合同或框架协议（脱敏）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财务报表明细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产品图片、产线与厂房照片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媒体报道与获奖情况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注意：正文页面保持干净，证据全部放附录，正文用一句话指向附录页码。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A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关键数字看板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一屏之内，这家公司做到了什么程度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6—8 个关键数字，每个配一句口径与时点说明（收入、销量、终端使用量、客户数、已授权知识产权、新增资质）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同一版式并排给出下一年目标值，用虚线框区分已实现与目标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注意：与核心摘要择一即可，不要两页说同样的话。实绩与目标必须在视觉上分开。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B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销售与渠道网络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产品怎么卖出去、铺到什么程度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广度：覆盖省份或区域数量、代理商数量及变化、空白区域及原因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深度：进入的终端客户数量，与主要竞品同口径对比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渠道结构：直销与代理的收入占比、代理商选择与考核方式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重点终端名单，用标识或名称呈现的须事先取得授权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注意：注明统计时点与依据（如"以招标公示为准，截至某年某月"）。只增代理不增收入会被追问。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C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研发管线与在研产品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现在的收入之外，下一批产品在哪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管线清单：产品名称、所处阶段（预研/动物试验/型式检验/临床/注册申请/待批）、预计获批或量产时间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每个在研产品的目标场景与对应市场规模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推进节奏时间轴：已完成什么、下一个节点在何时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研发投入及占收入比、研发人员数量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注意：阶段名称用行业通用口径，不要自造。预计获批时间要与主管部门实际审评周期对得上。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D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资质与产品注册清单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哪些产品拿到了合法销售的凭证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逐项列出：证书编号、产品名称、管理类别或资质等级、发证机构、取得时间、有效期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按持证主体分列，集团下多主体的分开列清楚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近两年新增的单独标注，未来 1—2 年预计取得的单独成组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注意：证书编号要能在主管部门网站查到。多主体持证的要说明证照与经营主体的对应关系。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E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并购与整合成效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收来的资产有没有做好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收购标的、时间、持股比例、交易对价（可选）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收购前后经营对比：销量、收入、市占率变化，用同口径复合增长率呈现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整合动作：团队、渠道、产能、供应链上具体做了什么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注意：图上明确标出哪一段是收购之后的数据，不能把标的原有的增长算成整合成效。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F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国际业务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海外市场做到什么程度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出口收入及增速，按国别或地区拆分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出口国家数量与客户数量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境外注册或认证进度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海外渠道形式：经销、代工还是自建团队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注意：占比不高时重点写增速和国别扩张，不要用绝对额和国内业务比较。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可选模块 G · 按企业情况选用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外部顾问与科研合作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外部资源怎么支撑这家公司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科研合作项目：名称、级别、牵头单位、合作单位、执行周期、公司承担部分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外部顾问：所在机构、职务、专业领域、与公司合作的具体内容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合作协议或立项文件可作佐证，涉及对方信息的须脱敏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注意：顾问名单要事先取得本人同意。只挂名不参与的不要放，尽调阶段会逐个访谈。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定稿前检查清单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7218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封面那句定位，外行读完能说清做什么产品、卖给谁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039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摘要页数字与正文、财务表、融资方案完全一致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551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每个第三方数据都写明了机构、报告名称与发布时间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17296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市场规模的测算过程写出来了，能被复算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739896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685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技术指标注明了测试条件与出处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30682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专利区分已授权与申请中，授权的写了授权号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8737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未签约客户没有出现具体名称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544068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53858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财务数据标明了是否经审计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47218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财务预测的每条假设都能追到已发生的事实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039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扩产计划、资金用途、财务预测三处数字对得上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260604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2551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全篇无绝对化用语，无投资回报与上市时间承诺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317296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每页标题是结论，不是名词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3739896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3685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证据材料在附录，正文页面干净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30682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保密声明在封面或封二出现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09360" y="48737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文件名含公司简称、版本与日期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2026-08-22T13:33:08Z</dcterms:created>
  <dcterms:modified xsi:type="dcterms:W3CDTF">2026-08-22T13:33:08Z</dcterms:modified>
</cp:coreProperties>
</file>